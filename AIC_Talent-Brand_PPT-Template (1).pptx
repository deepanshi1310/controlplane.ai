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94" r:id="rId3"/>
    <p:sldMasterId id="2147483699" r:id="rId4"/>
    <p:sldMasterId id="2147483713" r:id="rId5"/>
  </p:sldMasterIdLst>
  <p:notesMasterIdLst>
    <p:notesMasterId r:id="rId13"/>
  </p:notesMasterIdLst>
  <p:sldIdLst>
    <p:sldId id="820" r:id="rId6"/>
    <p:sldId id="2870" r:id="rId7"/>
    <p:sldId id="2857" r:id="rId8"/>
    <p:sldId id="1906872563" r:id="rId9"/>
    <p:sldId id="1906872569" r:id="rId10"/>
    <p:sldId id="1906872570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5E361-6728-4564-925F-CDEB010D9221}" v="1" dt="2026-08-12T11:52:41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04694-B363-4D2F-9288-55810FEE443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6013-F085-4538-9539-111F70D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5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81651-9904-804F-8355-78350773C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263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pn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.png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AC43ACC0-AD60-BDF4-2F68-94D9A9F04C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605" y="757711"/>
            <a:ext cx="1243822" cy="35308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001" y="3010442"/>
            <a:ext cx="6793920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0622" y="4464059"/>
            <a:ext cx="6793920" cy="109284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92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1528" y="6124064"/>
            <a:ext cx="1832894" cy="1969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731500" rtl="0" eaLnBrk="1" latinLnBrk="0" hangingPunct="1">
              <a:spcAft>
                <a:spcPts val="0"/>
              </a:spcAft>
              <a:buNone/>
              <a:defRPr lang="en-US" sz="128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398002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7" y="3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29" bIns="97529" rtlCol="0" anchor="ctr"/>
          <a:lstStyle/>
          <a:p>
            <a:pPr algn="ctr"/>
            <a:endParaRPr lang="en-US" sz="1919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5" y="572600"/>
            <a:ext cx="6757704" cy="433324"/>
          </a:xfrm>
        </p:spPr>
        <p:txBody>
          <a:bodyPr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9" y="2209172"/>
            <a:ext cx="6757703" cy="734934"/>
          </a:xfrm>
          <a:prstGeom prst="rect">
            <a:avLst/>
          </a:prstGeom>
        </p:spPr>
        <p:txBody>
          <a:bodyPr/>
          <a:lstStyle>
            <a:lvl1pPr>
              <a:defRPr lang="en-US" sz="144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9" y="1403018"/>
            <a:ext cx="6757703" cy="46587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920" b="0" i="0">
                <a:solidFill>
                  <a:schemeClr val="bg2"/>
                </a:solidFill>
                <a:latin typeface="+mn-lt"/>
              </a:defRPr>
            </a:lvl1pPr>
            <a:lvl2pPr marL="365752" indent="0">
              <a:buNone/>
              <a:defRPr sz="1600" b="1"/>
            </a:lvl2pPr>
            <a:lvl3pPr marL="731500" indent="0">
              <a:buNone/>
              <a:defRPr sz="1440" b="1"/>
            </a:lvl3pPr>
            <a:lvl4pPr marL="1097249" indent="0">
              <a:buNone/>
              <a:defRPr sz="1280" b="1"/>
            </a:lvl4pPr>
            <a:lvl5pPr marL="1462999" indent="0">
              <a:buNone/>
              <a:defRPr sz="1280" b="1"/>
            </a:lvl5pPr>
            <a:lvl6pPr marL="1828749" indent="0">
              <a:buNone/>
              <a:defRPr sz="1280" b="1"/>
            </a:lvl6pPr>
            <a:lvl7pPr marL="2194498" indent="0">
              <a:buNone/>
              <a:defRPr sz="1280" b="1"/>
            </a:lvl7pPr>
            <a:lvl8pPr marL="2560249" indent="0">
              <a:buNone/>
              <a:defRPr sz="1280" b="1"/>
            </a:lvl8pPr>
            <a:lvl9pPr marL="2925999" indent="0">
              <a:buNone/>
              <a:defRPr sz="128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495177" y="6442170"/>
            <a:ext cx="1934825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r>
              <a:rPr lang="en-US" sz="64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08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714824" y="6442170"/>
            <a:ext cx="96180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64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1828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6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8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8417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x 1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13879"/>
            <a:ext cx="12203108" cy="685799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652" y="2335980"/>
            <a:ext cx="4850670" cy="239334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576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656" y="4880705"/>
            <a:ext cx="4850672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73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mplex 1 - Ligh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0"/>
            <a:ext cx="6074968" cy="687187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567" y="3750135"/>
            <a:ext cx="3872092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5566" y="5092433"/>
            <a:ext cx="3872100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AC0B31-54E2-8C2A-B25C-0569D02C30D8}"/>
              </a:ext>
            </a:extLst>
          </p:cNvPr>
          <p:cNvCxnSpPr>
            <a:cxnSpLocks/>
          </p:cNvCxnSpPr>
          <p:nvPr userDrawn="1"/>
        </p:nvCxnSpPr>
        <p:spPr>
          <a:xfrm flipV="1">
            <a:off x="12030688" y="3"/>
            <a:ext cx="0" cy="686569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10493837" y="4"/>
            <a:ext cx="1698166" cy="687119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005750" y="5422430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735309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mplex 1 - Ligh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9927452" y="2976340"/>
            <a:ext cx="2264549" cy="389485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976341"/>
            <a:ext cx="6772251" cy="389485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419750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1686" y="3954223"/>
            <a:ext cx="2264549" cy="230571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4" name="Graphic 17">
            <a:extLst>
              <a:ext uri="{FF2B5EF4-FFF2-40B4-BE49-F238E27FC236}">
                <a16:creationId xmlns:a16="http://schemas.microsoft.com/office/drawing/2014/main" id="{004BC2F2-E3DC-5CB3-0900-931F6D847B7E}"/>
              </a:ext>
            </a:extLst>
          </p:cNvPr>
          <p:cNvSpPr/>
          <p:nvPr userDrawn="1"/>
        </p:nvSpPr>
        <p:spPr>
          <a:xfrm>
            <a:off x="10787697" y="4602862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2099914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754"/>
            <a:ext cx="6235504" cy="6858000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358CE2-3010-CD39-B174-C1F97F9202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5506" y="3"/>
            <a:ext cx="4439498" cy="6858000"/>
          </a:xfrm>
          <a:prstGeom prst="rect">
            <a:avLst/>
          </a:prstGeom>
        </p:spPr>
      </p:pic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156826" y="5684823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817" y="3733230"/>
            <a:ext cx="3919968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7817" y="5065162"/>
            <a:ext cx="3919968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08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2A9A34-82D5-6262-D129-D306B6F55F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0031" y="2976069"/>
            <a:ext cx="3298274" cy="38896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75C44C-8B0B-A1AE-ABDF-0F7C1DE844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543" y="-4090"/>
            <a:ext cx="6782996" cy="2980159"/>
          </a:xfrm>
          <a:prstGeom prst="rect">
            <a:avLst/>
          </a:prstGeom>
        </p:spPr>
      </p:pic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76340"/>
            <a:ext cx="6761155" cy="3889353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1156" y="-4090"/>
            <a:ext cx="5430845" cy="29804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143135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764AF4-DC76-040F-7F3B-393C800CFFE6}"/>
              </a:ext>
            </a:extLst>
          </p:cNvPr>
          <p:cNvSpPr/>
          <p:nvPr userDrawn="1"/>
        </p:nvSpPr>
        <p:spPr>
          <a:xfrm>
            <a:off x="6730950" y="2976067"/>
            <a:ext cx="3207355" cy="38819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13D5C-B200-03E1-0309-707A457AA933}"/>
              </a:ext>
            </a:extLst>
          </p:cNvPr>
          <p:cNvSpPr/>
          <p:nvPr userDrawn="1"/>
        </p:nvSpPr>
        <p:spPr>
          <a:xfrm>
            <a:off x="0" y="1"/>
            <a:ext cx="6771453" cy="297459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34" y="2976341"/>
            <a:ext cx="6740122" cy="387553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398719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4F08984-5A5F-2074-4481-4456FF8131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07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26607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option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24549" y="358356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3588203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824549" y="1600631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160527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30446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824549" y="228869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228685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28739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816294" y="427162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426978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FC8AB6A1-27E9-4726-8EED-1379C2B79DD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99EB2F96-A524-4376-ABC5-3FEBABEBAA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74109FF-31FD-44DD-9BFD-B595E095CC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9776" y="1597537"/>
            <a:ext cx="4395264" cy="3523001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7200">
                <a:solidFill>
                  <a:schemeClr val="accent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12731847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Option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3" y="377805"/>
            <a:ext cx="11421740" cy="1565295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defRPr sz="6000" cap="none">
                <a:solidFill>
                  <a:schemeClr val="tx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44">
            <a:extLst>
              <a:ext uri="{FF2B5EF4-FFF2-40B4-BE49-F238E27FC236}">
                <a16:creationId xmlns:a16="http://schemas.microsoft.com/office/drawing/2014/main" id="{62554568-01B3-4431-8A8E-3067ECE43F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7512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06</a:t>
            </a:r>
            <a:endParaRPr lang="en-GB"/>
          </a:p>
        </p:txBody>
      </p:sp>
      <p:sp>
        <p:nvSpPr>
          <p:cNvPr id="71" name="Text Placeholder 44">
            <a:extLst>
              <a:ext uri="{FF2B5EF4-FFF2-40B4-BE49-F238E27FC236}">
                <a16:creationId xmlns:a16="http://schemas.microsoft.com/office/drawing/2014/main" id="{CCA78229-FDF4-4DB6-B436-CBCFEF9314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857730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07</a:t>
            </a:r>
            <a:endParaRPr lang="en-GB"/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17948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08</a:t>
            </a:r>
            <a:endParaRPr lang="en-GB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8166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09</a:t>
            </a:r>
            <a:endParaRPr lang="en-GB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10</a:t>
            </a:r>
            <a:endParaRPr lang="en-GB"/>
          </a:p>
        </p:txBody>
      </p:sp>
      <p:sp>
        <p:nvSpPr>
          <p:cNvPr id="75" name="Text Placeholder 44">
            <a:extLst>
              <a:ext uri="{FF2B5EF4-FFF2-40B4-BE49-F238E27FC236}">
                <a16:creationId xmlns:a16="http://schemas.microsoft.com/office/drawing/2014/main" id="{D012A4F1-1A7B-4861-AAD0-9C8C48E69A0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97512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  <a:endParaRPr lang="en-GB"/>
          </a:p>
        </p:txBody>
      </p:sp>
      <p:sp>
        <p:nvSpPr>
          <p:cNvPr id="76" name="Text Placeholder 44">
            <a:extLst>
              <a:ext uri="{FF2B5EF4-FFF2-40B4-BE49-F238E27FC236}">
                <a16:creationId xmlns:a16="http://schemas.microsoft.com/office/drawing/2014/main" id="{87432211-FA1B-4912-9E9D-1B7D1089CA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57730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02</a:t>
            </a:r>
            <a:endParaRPr lang="en-GB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17948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03</a:t>
            </a:r>
            <a:endParaRPr lang="en-GB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78166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04</a:t>
            </a:r>
            <a:endParaRPr lang="en-GB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05</a:t>
            </a:r>
            <a:endParaRPr lang="en-GB"/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439731EE-FBBF-4749-8E58-161D1BD24B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7512" y="315947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53987512-4428-45A6-9E5A-ECC62C5A784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61856" y="314370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317946" y="316263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782290" y="314686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314502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02847DEE-A5F9-4C29-B154-1544212CE4E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89257" y="514240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8FDB1794-F8AB-4138-AAA1-A52DD6E79A3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853601" y="512663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09691" y="514556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774035" y="512979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512795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Footer Placeholder 6">
            <a:extLst>
              <a:ext uri="{FF2B5EF4-FFF2-40B4-BE49-F238E27FC236}">
                <a16:creationId xmlns:a16="http://schemas.microsoft.com/office/drawing/2014/main" id="{DF893CCF-7E5D-47A2-BEAA-290732009D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29F35-82A7-4CD0-B264-4B8953C83B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52728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85725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indent="-180975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2D7B9C33-7860-4A78-8365-326155D0DC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75CA6DF9-3D47-44A0-9AE6-EE81F57784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F8D1DF11-64D7-450B-92C0-FFBB3964A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79483210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538F56B-ECAD-430D-86B3-CA43CA930B13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411000" y="1945849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03EC794A-FC92-4AAF-AE86-050FA799F5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1586DA7-028B-46B2-8DE5-CD490E3A72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CAD60B4-85E8-4266-A468-73C7C71B2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36396688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42A75EB-71CE-4543-ADEB-9A7264CF8BF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3807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BCD1C719-53DB-4DE0-999D-A83E05EEDF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46803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933372D4-A8C3-4A0E-8BC4-35430C7D44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0432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12AE7316-6AEE-48C3-B262-F48CA4EEC2F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43428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309F3C08-340B-4262-BE8D-7E0EC29922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4" name="Slide Number Placeholder 9">
            <a:extLst>
              <a:ext uri="{FF2B5EF4-FFF2-40B4-BE49-F238E27FC236}">
                <a16:creationId xmlns:a16="http://schemas.microsoft.com/office/drawing/2014/main" id="{D8EB1850-1114-408C-A2E4-09622ECAB1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F77B05F-F630-4362-9489-073AAEA27D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D1F1FA6F-6B29-4B4E-AC66-C4BE76E3CE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93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E4CAE9FD-CC6F-4B12-A12B-D279A44AE39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88001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</a:p>
        </p:txBody>
      </p:sp>
    </p:spTree>
    <p:extLst>
      <p:ext uri="{BB962C8B-B14F-4D97-AF65-F5344CB8AC3E}">
        <p14:creationId xmlns:p14="http://schemas.microsoft.com/office/powerpoint/2010/main" val="75927270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1BE77C-A095-46CD-A1E6-D35129200CF4}"/>
              </a:ext>
            </a:extLst>
          </p:cNvPr>
          <p:cNvSpPr/>
          <p:nvPr/>
        </p:nvSpPr>
        <p:spPr>
          <a:xfrm>
            <a:off x="1" y="1928174"/>
            <a:ext cx="12191998" cy="4405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812566C2-550C-428D-9F25-97BA6ACC6D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802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50056D35-DC61-4D0F-B0C2-B062F0DD56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5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4F54E055-BFC8-4967-AD47-F082AF139F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802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17A9C8F1-2B45-4232-AB93-26450C462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5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D7F2FA40-8443-415A-BCEC-57907AD7C3D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802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4DFB22B2-7DED-4F30-9EEB-FB3AE9BC74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45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80618C3C-6BED-4F24-8BC3-0BA6574D0AA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317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18039CC1-2EA8-4C41-979B-4D20FB6809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5A1FF5E6-3D7C-4087-AFF1-48A99E04CE2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317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B2C9A29-68E9-4B62-8688-F3255D0DC6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353E4163-5423-4488-93B4-72E261A04E0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17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EC5DB573-F8E8-4DEA-AEA6-9E4D218638C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1409C984-F547-42F7-B88C-526E030405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A822CE51-5843-4191-8C13-33C560880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94660267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1BE77C-A095-46CD-A1E6-D35129200CF4}"/>
              </a:ext>
            </a:extLst>
          </p:cNvPr>
          <p:cNvSpPr/>
          <p:nvPr/>
        </p:nvSpPr>
        <p:spPr>
          <a:xfrm>
            <a:off x="1" y="1754996"/>
            <a:ext cx="12191998" cy="45784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1409C984-F547-42F7-B88C-526E030405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FFD4091F-4540-47D0-9D89-6BCB0291E5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id="{53346DC2-FD7B-49C4-8AAB-B359175B7BF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1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AC42A312-9979-4A01-9158-57CD4C8CA3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1000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E6AD4056-7137-4DCF-A115-E508E36FD57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80999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C209F1A0-3F27-4F19-87B3-B17D5D0FF7A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03436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8FD5C041-A388-41EA-ABD7-248D2E8C55D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03435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C81EE5FD-7567-45E7-B11B-1CDE922D19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03434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9538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9EABE65-FD93-400B-BAEB-2365B18C10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575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047176E6-F8F4-49FC-A12D-CEB5CA6D6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575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AF73BDE-319D-4219-A5C1-DEB5792189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7451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0DF4D03-0BE8-4D31-82A4-F39747E4BF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7451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112886E8-E82B-4DDD-A8BC-ECFC852D39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85328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B202F5B-10E0-4D04-965B-2D05E3CD18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85328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B25A7F6-703D-4F00-A0EC-1566C7F2D3D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26FD1142-0F2D-45CB-946D-E52751A238A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133236912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9DFDC4DC-01F9-4BD6-BF0E-69725B783A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24432DF7-B547-40FF-A825-45A78D2CB8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0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33FEC15-78F4-43A2-A63C-053354C1234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43456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5EA5DC18-5421-48CE-8B85-A27A2B4A50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3456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B0E58F9C-D684-471B-BFF1-044DDB7AB07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05912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4FEA6FC0-ADA0-43DC-9D26-5E114F07372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05912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8F8EE1D1-37AE-4F77-B057-69366C5878F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8368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91797188-BDCB-4CC5-BCBE-30AD9A4C45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968368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9D5BE5DC-7FFD-494C-891B-8A475F26F4E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3A863DAF-BB89-4865-8063-7F6B6BAB45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770A387-6C5D-4E48-960C-8587FDB8AC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4062992953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eople op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7E061C87-E253-4832-BFB5-F70B539C645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47889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9A86D32D-DCCA-FB41-AD6B-6114273CE67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815262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B3FA79AB-3280-3942-8811-1F447CF932F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82635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F226A25B-26CF-1C41-961E-12B3F363E00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150007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06B7DA53-39E1-40DB-8E3D-AC55EE3B9D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29D22D92-75BB-4297-B843-557296E6CB8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E4BED6B8-7C00-4120-ABBA-D82093551AC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id="{7E68CA9F-EC78-418D-9A6B-0239F68A44B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89295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9FBF1373-D4D2-4CA6-A203-BB25B6AE23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56667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E87B3F04-4595-45EE-8C80-2D66D058FFB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24039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FAFD4B38-A351-4DBA-B2B5-067F273948E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991412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</p:spTree>
    <p:extLst>
      <p:ext uri="{BB962C8B-B14F-4D97-AF65-F5344CB8AC3E}">
        <p14:creationId xmlns:p14="http://schemas.microsoft.com/office/powerpoint/2010/main" val="4123792965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an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5F06FFC-7F24-4240-9C48-7066B776C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2756647"/>
            <a:ext cx="11430000" cy="3404441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675CFBC7-8550-4627-B678-91E938DCAA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1000" y="1943955"/>
            <a:ext cx="11430000" cy="631158"/>
          </a:xfr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95307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5F06FFC-7F24-4240-9C48-7066B776C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1364265"/>
            <a:ext cx="11430000" cy="4796823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978730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op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008FD0-AD04-4958-83B5-7F755546EE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021" y="1162878"/>
            <a:ext cx="8318714" cy="3761961"/>
          </a:xfrm>
        </p:spPr>
        <p:txBody>
          <a:bodyPr tIns="0" bIns="0" anchor="b">
            <a:normAutofit/>
          </a:bodyPr>
          <a:lstStyle>
            <a:lvl1pPr algn="l">
              <a:lnSpc>
                <a:spcPct val="75000"/>
              </a:lnSpc>
              <a:defRPr sz="8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Section</a:t>
            </a:r>
            <a:br>
              <a:rPr lang="en-US"/>
            </a:br>
            <a:r>
              <a:rPr lang="en-US"/>
              <a:t>Divider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A752BD-0233-480F-B3CC-46DD91E932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20" y="5034169"/>
            <a:ext cx="8318713" cy="1328521"/>
          </a:xfrm>
        </p:spPr>
        <p:txBody>
          <a:bodyPr tIns="0" bIns="0" anchor="t">
            <a:normAutofit/>
          </a:bodyPr>
          <a:lstStyle>
            <a:lvl1pPr algn="l">
              <a:lnSpc>
                <a:spcPct val="90000"/>
              </a:lnSpc>
              <a:defRPr sz="2400" b="0" cap="none">
                <a:solidFill>
                  <a:schemeClr val="bg1"/>
                </a:solidFill>
                <a:latin typeface="+mn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92578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op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0BC0154-8F01-45CA-849D-34E3AE00CF0F}"/>
              </a:ext>
            </a:extLst>
          </p:cNvPr>
          <p:cNvGrpSpPr>
            <a:grpSpLocks noChangeAspect="1"/>
          </p:cNvGrpSpPr>
          <p:nvPr/>
        </p:nvGrpSpPr>
        <p:grpSpPr>
          <a:xfrm>
            <a:off x="9554578" y="5833249"/>
            <a:ext cx="2256422" cy="605651"/>
            <a:chOff x="9638475" y="1219200"/>
            <a:chExt cx="1389888" cy="373063"/>
          </a:xfrm>
          <a:effectLst/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AE479CA-D694-4F45-BD11-38BE36BB3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38475" y="1372165"/>
              <a:ext cx="1389888" cy="220098"/>
            </a:xfrm>
            <a:prstGeom prst="rect">
              <a:avLst/>
            </a:prstGeom>
          </p:spPr>
        </p:pic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86BA3475-6F51-4B12-8741-D94FF0367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48925" y="1219200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91AB612-3710-45D4-9355-B422D880C8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903537"/>
            <a:ext cx="11430000" cy="969963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algn="ctr">
              <a:lnSpc>
                <a:spcPct val="80000"/>
              </a:lnSpc>
              <a:defRPr sz="36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Insert title at 36pt, min 30pt</a:t>
            </a:r>
          </a:p>
        </p:txBody>
      </p:sp>
    </p:spTree>
    <p:extLst>
      <p:ext uri="{BB962C8B-B14F-4D97-AF65-F5344CB8AC3E}">
        <p14:creationId xmlns:p14="http://schemas.microsoft.com/office/powerpoint/2010/main" val="200977031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copyr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0404CCCA-4129-4663-91C0-1D86079B098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F848CCB8-4740-4B43-BCEF-5A546C1195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81575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urple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167B18B3-4437-9A40-B389-7901B78FAA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Footer Placeholder 1">
            <a:extLst>
              <a:ext uri="{FF2B5EF4-FFF2-40B4-BE49-F238E27FC236}">
                <a16:creationId xmlns:a16="http://schemas.microsoft.com/office/drawing/2014/main" id="{77305F73-3F10-4781-AEC1-D21924227102}"/>
              </a:ext>
            </a:extLst>
          </p:cNvPr>
          <p:cNvSpPr txBox="1">
            <a:spLocks/>
          </p:cNvSpPr>
          <p:nvPr/>
        </p:nvSpPr>
        <p:spPr>
          <a:xfrm>
            <a:off x="355739" y="6537399"/>
            <a:ext cx="4141956" cy="161962"/>
          </a:xfrm>
          <a:prstGeom prst="rect">
            <a:avLst/>
          </a:prstGeom>
        </p:spPr>
        <p:txBody>
          <a:bodyPr vert="horz" wrap="square" lIns="0" tIns="60930" rIns="0" bIns="6093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lang="en-US" sz="800" b="0" i="0" kern="1200">
                <a:solidFill>
                  <a:schemeClr val="tx1">
                    <a:alpha val="50000"/>
                  </a:schemeClr>
                </a:solidFill>
                <a:latin typeface="Graphik Regular" panose="020B0503030202060203" pitchFamily="34" charset="77"/>
                <a:ea typeface="Roboto Light" panose="02000000000000000000" pitchFamily="2" charset="0"/>
                <a:cs typeface="Gotham Medium" pitchFamily="2" charset="0"/>
              </a:defRPr>
            </a:lvl1pPr>
            <a:lvl2pPr marL="60944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2188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82832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43777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3047213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3656656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4266097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4875541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GB" sz="800" dirty="0">
                <a:solidFill>
                  <a:schemeClr val="bg1">
                    <a:alpha val="50000"/>
                  </a:schemeClr>
                </a:solidFill>
              </a:rPr>
              <a:t>Copyright © 2020 Accenture. All rights reserved.</a:t>
            </a:r>
            <a:endParaRPr lang="en-AU" sz="800" dirty="0">
              <a:solidFill>
                <a:schemeClr val="bg1">
                  <a:alpha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98951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est Master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9F3EA-AEAF-C548-BD0C-AD254597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816B7-92BE-DC41-81A1-B94823C5B2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4488" y="1219200"/>
            <a:ext cx="11510962" cy="4838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4E4E6-DE9C-9B41-A230-03A839F777D8}"/>
              </a:ext>
            </a:extLst>
          </p:cNvPr>
          <p:cNvSpPr txBox="1">
            <a:spLocks/>
          </p:cNvSpPr>
          <p:nvPr/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 © 2019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20631652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91C0017E-4521-4295-9033-A405A2FA81F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43EE0978-DC3A-4D86-83BC-C2F42549CA6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74B3D656-7B78-4FFC-881D-DD01CAC5AD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952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167B18B3-4437-9A40-B389-7901B78FAA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318202-F5EF-4F94-A2FB-2820022F3F3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pic>
        <p:nvPicPr>
          <p:cNvPr id="8" name="Picture 7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3337CFDD-6A45-4B8B-A44A-81963DA234F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01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6F1F-FA65-4EEB-BDF1-3ABAA12E2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222" y="240215"/>
            <a:ext cx="10515600" cy="306635"/>
          </a:xfrm>
        </p:spPr>
        <p:txBody>
          <a:bodyPr lIns="0" tIns="0" rIns="0" bIns="0" anchor="t">
            <a:normAutofit/>
          </a:bodyPr>
          <a:lstStyle>
            <a:lvl1pPr>
              <a:defRPr sz="2400">
                <a:solidFill>
                  <a:srgbClr val="33CC33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18A67-9B80-412E-9A41-C4F91B54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647" y="6356350"/>
            <a:ext cx="2743200" cy="365125"/>
          </a:xfrm>
        </p:spPr>
        <p:txBody>
          <a:bodyPr/>
          <a:lstStyle/>
          <a:p>
            <a:fld id="{63FC6494-8DB7-494F-83AE-7187FC8A42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E9138-10C8-4D5C-96AF-BA283019769A}"/>
              </a:ext>
            </a:extLst>
          </p:cNvPr>
          <p:cNvSpPr txBox="1"/>
          <p:nvPr userDrawn="1"/>
        </p:nvSpPr>
        <p:spPr>
          <a:xfrm>
            <a:off x="3470816" y="6629400"/>
            <a:ext cx="5250368" cy="22859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8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Copyright 2022 Accenture. All rights reserved. Accenture Confidential Information. Internal Use Only</a:t>
            </a: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CDE97-5B21-4B58-93AF-0B6CCB281B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9075" y="600260"/>
            <a:ext cx="10515600" cy="422275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en-US" sz="1600" dirty="0" smtClean="0">
                <a:solidFill>
                  <a:srgbClr val="0070C0"/>
                </a:solidFill>
                <a:latin typeface="Graphik Black" panose="020B0A03030202060203" pitchFamily="34" charset="0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6460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ybook/L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9DB20E-402F-4429-B44A-BCDD110E2DF6}"/>
              </a:ext>
            </a:extLst>
          </p:cNvPr>
          <p:cNvGrpSpPr/>
          <p:nvPr userDrawn="1"/>
        </p:nvGrpSpPr>
        <p:grpSpPr>
          <a:xfrm>
            <a:off x="1" y="-4488"/>
            <a:ext cx="12191065" cy="6862488"/>
            <a:chOff x="0" y="-3366"/>
            <a:chExt cx="9143299" cy="5146866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id="{C6B6D226-A844-B141-A337-85FFBCFDE485}"/>
                </a:ext>
              </a:extLst>
            </p:cNvPr>
            <p:cNvSpPr/>
            <p:nvPr userDrawn="1"/>
          </p:nvSpPr>
          <p:spPr>
            <a:xfrm>
              <a:off x="0" y="-3366"/>
              <a:ext cx="9143299" cy="5146866"/>
            </a:xfrm>
            <a:prstGeom prst="rect">
              <a:avLst/>
            </a:prstGeom>
            <a:solidFill>
              <a:srgbClr val="F5F7F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5E5E5E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" name="Rectangle">
              <a:extLst>
                <a:ext uri="{FF2B5EF4-FFF2-40B4-BE49-F238E27FC236}">
                  <a16:creationId xmlns:a16="http://schemas.microsoft.com/office/drawing/2014/main" id="{D989BA39-7EC6-294F-AF53-B7142E5CDB12}"/>
                </a:ext>
              </a:extLst>
            </p:cNvPr>
            <p:cNvSpPr/>
            <p:nvPr userDrawn="1"/>
          </p:nvSpPr>
          <p:spPr>
            <a:xfrm>
              <a:off x="189491" y="197168"/>
              <a:ext cx="8794630" cy="4593579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</p:grpSp>
      <p:sp>
        <p:nvSpPr>
          <p:cNvPr id="6" name="Copyright Ⓒ 2018 Accenture  All rights reserved">
            <a:extLst>
              <a:ext uri="{FF2B5EF4-FFF2-40B4-BE49-F238E27FC236}">
                <a16:creationId xmlns:a16="http://schemas.microsoft.com/office/drawing/2014/main" id="{8CACBDDE-75CD-C644-9B17-36349A723C74}"/>
              </a:ext>
            </a:extLst>
          </p:cNvPr>
          <p:cNvSpPr txBox="1"/>
          <p:nvPr/>
        </p:nvSpPr>
        <p:spPr>
          <a:xfrm>
            <a:off x="5688980" y="6565842"/>
            <a:ext cx="2324354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numCol="1" anchor="t">
            <a:spAutoFit/>
          </a:bodyPr>
          <a:lstStyle>
            <a:lvl1pPr algn="l" defTabSz="1828800">
              <a:defRPr sz="1600" b="0">
                <a:solidFill>
                  <a:srgbClr val="5E5E5E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en-US" sz="800" noProof="0" dirty="0"/>
              <a:t>Copyright Ⓒ 2022 Accenture  All rights reserved</a:t>
            </a:r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C198B9B7-3351-804E-9791-0F86BB11B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3757" y="515602"/>
            <a:ext cx="5880705" cy="1828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0" lang="en-US" sz="1051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Helvetica Neue"/>
              </a:defRPr>
            </a:lvl1pPr>
          </a:lstStyle>
          <a:p>
            <a:endParaRPr lang="en-US" noProof="0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8B591B01-1140-A446-97B6-CB7450ED42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758" y="726500"/>
            <a:ext cx="11058137" cy="1201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Extralight"/>
                <a:ea typeface="Graphik Extralight"/>
                <a:cs typeface="Graphik Extralight"/>
                <a:sym typeface="Helvetica Neue"/>
              </a:defRPr>
            </a:lvl1pPr>
          </a:lstStyle>
          <a:p>
            <a:endParaRPr lang="en-US" noProof="0" dirty="0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74F9075F-C7D3-C945-95B7-DC8B159B600D}"/>
              </a:ext>
            </a:extLst>
          </p:cNvPr>
          <p:cNvSpPr txBox="1"/>
          <p:nvPr userDrawn="1"/>
        </p:nvSpPr>
        <p:spPr>
          <a:xfrm>
            <a:off x="11641895" y="6555881"/>
            <a:ext cx="41148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62C197D3-294B-0846-B7D0-AC071D2CBE2F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 panose="020B0503030202060203" pitchFamily="34" charset="77"/>
                <a:ea typeface="Helvetica Neue Light"/>
                <a:cs typeface="Helvetica Neue"/>
                <a:sym typeface="Helvetica Neue"/>
              </a:rPr>
              <a:pPr marL="0" marR="0" indent="0" algn="ctr" defTabSz="4127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 panose="020B0503030202060203" pitchFamily="34" charset="77"/>
              <a:ea typeface="Helvetica Neue Light"/>
              <a:cs typeface="Helvetica Neue"/>
              <a:sym typeface="Helvetica Neue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1462AE7-3669-354B-9330-98F8761FD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6914" y="6465311"/>
            <a:ext cx="733863" cy="3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733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orient="horz" pos="2938">
          <p15:clr>
            <a:srgbClr val="FBAE40"/>
          </p15:clr>
        </p15:guide>
        <p15:guide id="3" pos="269">
          <p15:clr>
            <a:srgbClr val="FBAE40"/>
          </p15:clr>
        </p15:guide>
        <p15:guide id="4" pos="5499">
          <p15:clr>
            <a:srgbClr val="FBAE40"/>
          </p15:clr>
        </p15:guide>
        <p15:guide id="5" pos="28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6477557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AFBD-8268-6E4E-B726-58CFB1605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82312-3184-8349-A074-E375B37B5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512A5-A4BF-F04E-9728-A4BCE2E0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6AAA-2B22-9448-A19B-5118FC26E10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1ACDA-90AD-DF4E-B1C9-3175F6A3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C3B2B-4BD8-8B4A-A487-317A7260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C613-4EEB-CC4B-B0A4-9C18D758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299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469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8671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9031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2114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233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737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462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588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0285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726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46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2011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16279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448920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17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69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97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57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4568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581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3238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20805212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489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9088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7650105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64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40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844544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33044225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202251960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6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976067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46719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4471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636527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976679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92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04127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3626589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6044672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959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9592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82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2450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112322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1205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2272842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8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2145526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44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1143801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2469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332419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1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2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03511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78182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3456325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14855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38254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13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8589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6821285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71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1080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9475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283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7206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919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953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26" Type="http://schemas.openxmlformats.org/officeDocument/2006/relationships/image" Target="../media/image12.png"/><Relationship Id="rId3" Type="http://schemas.openxmlformats.org/officeDocument/2006/relationships/slideLayout" Target="../slideLayouts/slideLayout12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image" Target="../media/image11.png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image" Target="../media/image10.png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image" Target="../media/image9.png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image" Target="../media/image8.png"/><Relationship Id="rId27" Type="http://schemas.openxmlformats.org/officeDocument/2006/relationships/image" Target="../media/image1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71.xml"/><Relationship Id="rId39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66.xml"/><Relationship Id="rId34" Type="http://schemas.openxmlformats.org/officeDocument/2006/relationships/slideLayout" Target="../slideLayouts/slideLayout79.xml"/><Relationship Id="rId42" Type="http://schemas.openxmlformats.org/officeDocument/2006/relationships/slideLayout" Target="../slideLayouts/slideLayout87.xml"/><Relationship Id="rId47" Type="http://schemas.openxmlformats.org/officeDocument/2006/relationships/slideLayout" Target="../slideLayouts/slideLayout92.xml"/><Relationship Id="rId50" Type="http://schemas.openxmlformats.org/officeDocument/2006/relationships/slideLayout" Target="../slideLayouts/slideLayout95.xml"/><Relationship Id="rId55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32" Type="http://schemas.openxmlformats.org/officeDocument/2006/relationships/slideLayout" Target="../slideLayouts/slideLayout77.xml"/><Relationship Id="rId37" Type="http://schemas.openxmlformats.org/officeDocument/2006/relationships/slideLayout" Target="../slideLayouts/slideLayout82.xml"/><Relationship Id="rId40" Type="http://schemas.openxmlformats.org/officeDocument/2006/relationships/slideLayout" Target="../slideLayouts/slideLayout85.xml"/><Relationship Id="rId45" Type="http://schemas.openxmlformats.org/officeDocument/2006/relationships/slideLayout" Target="../slideLayouts/slideLayout90.xml"/><Relationship Id="rId53" Type="http://schemas.openxmlformats.org/officeDocument/2006/relationships/slideLayout" Target="../slideLayouts/slideLayout98.xml"/><Relationship Id="rId58" Type="http://schemas.openxmlformats.org/officeDocument/2006/relationships/theme" Target="../theme/theme5.xml"/><Relationship Id="rId5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72.xml"/><Relationship Id="rId30" Type="http://schemas.openxmlformats.org/officeDocument/2006/relationships/slideLayout" Target="../slideLayouts/slideLayout75.xml"/><Relationship Id="rId35" Type="http://schemas.openxmlformats.org/officeDocument/2006/relationships/slideLayout" Target="../slideLayouts/slideLayout80.xml"/><Relationship Id="rId43" Type="http://schemas.openxmlformats.org/officeDocument/2006/relationships/slideLayout" Target="../slideLayouts/slideLayout88.xml"/><Relationship Id="rId48" Type="http://schemas.openxmlformats.org/officeDocument/2006/relationships/slideLayout" Target="../slideLayouts/slideLayout93.xml"/><Relationship Id="rId56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53.xml"/><Relationship Id="rId51" Type="http://schemas.openxmlformats.org/officeDocument/2006/relationships/slideLayout" Target="../slideLayouts/slideLayout96.xml"/><Relationship Id="rId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33" Type="http://schemas.openxmlformats.org/officeDocument/2006/relationships/slideLayout" Target="../slideLayouts/slideLayout78.xml"/><Relationship Id="rId38" Type="http://schemas.openxmlformats.org/officeDocument/2006/relationships/slideLayout" Target="../slideLayouts/slideLayout83.xml"/><Relationship Id="rId46" Type="http://schemas.openxmlformats.org/officeDocument/2006/relationships/slideLayout" Target="../slideLayouts/slideLayout91.xml"/><Relationship Id="rId20" Type="http://schemas.openxmlformats.org/officeDocument/2006/relationships/slideLayout" Target="../slideLayouts/slideLayout65.xml"/><Relationship Id="rId41" Type="http://schemas.openxmlformats.org/officeDocument/2006/relationships/slideLayout" Target="../slideLayouts/slideLayout86.xml"/><Relationship Id="rId54" Type="http://schemas.openxmlformats.org/officeDocument/2006/relationships/slideLayout" Target="../slideLayouts/slideLayout99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73.xml"/><Relationship Id="rId36" Type="http://schemas.openxmlformats.org/officeDocument/2006/relationships/slideLayout" Target="../slideLayouts/slideLayout81.xml"/><Relationship Id="rId49" Type="http://schemas.openxmlformats.org/officeDocument/2006/relationships/slideLayout" Target="../slideLayouts/slideLayout94.xml"/><Relationship Id="rId57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55.xml"/><Relationship Id="rId31" Type="http://schemas.openxmlformats.org/officeDocument/2006/relationships/slideLayout" Target="../slideLayouts/slideLayout76.xml"/><Relationship Id="rId44" Type="http://schemas.openxmlformats.org/officeDocument/2006/relationships/slideLayout" Target="../slideLayouts/slideLayout89.xml"/><Relationship Id="rId52" Type="http://schemas.openxmlformats.org/officeDocument/2006/relationships/slideLayout" Target="../slideLayouts/slideLayout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357864" cy="43332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1" y="1371602"/>
            <a:ext cx="11357864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</p:spTree>
    <p:extLst>
      <p:ext uri="{BB962C8B-B14F-4D97-AF65-F5344CB8AC3E}">
        <p14:creationId xmlns:p14="http://schemas.microsoft.com/office/powerpoint/2010/main" val="315453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3" r:id="rId9"/>
  </p:sldLayoutIdLst>
  <p:hf sldNum="0" hdr="0" ftr="0" dt="0"/>
  <p:txStyles>
    <p:titleStyle>
      <a:lvl1pPr algn="l" defTabSz="731500" rtl="0" eaLnBrk="1" latinLnBrk="0" hangingPunct="1">
        <a:lnSpc>
          <a:spcPct val="80000"/>
        </a:lnSpc>
        <a:spcBef>
          <a:spcPct val="0"/>
        </a:spcBef>
        <a:buNone/>
        <a:defRPr sz="352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4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365752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548626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731500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8891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Graphik" panose="020B0503030202060203" pitchFamily="34" charset="0"/>
        <a:buNone/>
        <a:tabLst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8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2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0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2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7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498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5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1">
          <p15:clr>
            <a:srgbClr val="5ACBF0"/>
          </p15:clr>
        </p15:guide>
        <p15:guide id="8" pos="435">
          <p15:clr>
            <a:srgbClr val="9FCC3B"/>
          </p15:clr>
        </p15:guide>
        <p15:guide id="9" pos="916">
          <p15:clr>
            <a:srgbClr val="C35EA4"/>
          </p15:clr>
        </p15:guide>
        <p15:guide id="10" pos="9392">
          <p15:clr>
            <a:srgbClr val="5ACBF0"/>
          </p15:clr>
        </p15:guide>
        <p15:guide id="11" pos="207">
          <p15:clr>
            <a:srgbClr val="5ACBF0"/>
          </p15:clr>
        </p15:guide>
        <p15:guide id="12" orient="horz" pos="4832">
          <p15:clr>
            <a:srgbClr val="5ACBF0"/>
          </p15:clr>
        </p15:guide>
        <p15:guide id="13" pos="9164">
          <p15:clr>
            <a:srgbClr val="9FCC3B"/>
          </p15:clr>
        </p15:guide>
        <p15:guide id="14" orient="horz" pos="401">
          <p15:clr>
            <a:srgbClr val="9FCC3B"/>
          </p15:clr>
        </p15:guide>
        <p15:guide id="15" orient="horz" pos="4622">
          <p15:clr>
            <a:srgbClr val="9FCC3B"/>
          </p15:clr>
        </p15:guide>
        <p15:guide id="16" orient="horz" pos="983">
          <p15:clr>
            <a:srgbClr val="A4A3A4"/>
          </p15:clr>
        </p15:guide>
        <p15:guide id="17" orient="horz" pos="4490">
          <p15:clr>
            <a:srgbClr val="A4A3A4"/>
          </p15:clr>
        </p15:guide>
        <p15:guide id="18" pos="8654">
          <p15:clr>
            <a:srgbClr val="C35EA4"/>
          </p15:clr>
        </p15:guide>
        <p15:guide id="19" orient="horz" pos="1351">
          <p15:clr>
            <a:srgbClr val="FDE53C"/>
          </p15:clr>
        </p15:guide>
        <p15:guide id="20" pos="8768">
          <p15:clr>
            <a:srgbClr val="F26B43"/>
          </p15:clr>
        </p15:guide>
        <p15:guide id="21" pos="8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F6B3343-B4EF-4BC5-A753-D80C4EADB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299A5035-44EB-4653-8F65-351427FC9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Accenture_Technology" hidden="1">
            <a:extLst>
              <a:ext uri="{FF2B5EF4-FFF2-40B4-BE49-F238E27FC236}">
                <a16:creationId xmlns:a16="http://schemas.microsoft.com/office/drawing/2014/main" id="{7F561B55-4A32-431D-8BA4-1A51234302A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243985"/>
            <a:ext cx="2024293" cy="333289"/>
          </a:xfrm>
          <a:prstGeom prst="rect">
            <a:avLst/>
          </a:prstGeom>
        </p:spPr>
      </p:pic>
      <p:pic>
        <p:nvPicPr>
          <p:cNvPr id="9" name="Accenture_Strategy" hidden="1">
            <a:extLst>
              <a:ext uri="{FF2B5EF4-FFF2-40B4-BE49-F238E27FC236}">
                <a16:creationId xmlns:a16="http://schemas.microsoft.com/office/drawing/2014/main" id="{C33EDD26-4BAD-4452-B33F-48241F98D591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10" name="Accenture_Operations" hidden="1">
            <a:extLst>
              <a:ext uri="{FF2B5EF4-FFF2-40B4-BE49-F238E27FC236}">
                <a16:creationId xmlns:a16="http://schemas.microsoft.com/office/drawing/2014/main" id="{88E87CB4-5755-499D-91D5-9B8DF482A9E0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728" y="6252513"/>
            <a:ext cx="1958068" cy="324500"/>
          </a:xfrm>
          <a:prstGeom prst="rect">
            <a:avLst/>
          </a:prstGeom>
        </p:spPr>
      </p:pic>
      <p:pic>
        <p:nvPicPr>
          <p:cNvPr id="11" name="Accenture_Mobility" hidden="1">
            <a:extLst>
              <a:ext uri="{FF2B5EF4-FFF2-40B4-BE49-F238E27FC236}">
                <a16:creationId xmlns:a16="http://schemas.microsoft.com/office/drawing/2014/main" id="{CADE9D37-50D3-4E92-9D49-2C716078D159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6339423"/>
            <a:ext cx="2040630" cy="361414"/>
          </a:xfrm>
          <a:prstGeom prst="rect">
            <a:avLst/>
          </a:prstGeom>
        </p:spPr>
      </p:pic>
      <p:pic>
        <p:nvPicPr>
          <p:cNvPr id="12" name="Accenture_Interactive" hidden="1">
            <a:extLst>
              <a:ext uri="{FF2B5EF4-FFF2-40B4-BE49-F238E27FC236}">
                <a16:creationId xmlns:a16="http://schemas.microsoft.com/office/drawing/2014/main" id="{279B5443-5FDB-4D90-9C86-4ACF31740D6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13" name="Accenture_Analytics" hidden="1">
            <a:extLst>
              <a:ext uri="{FF2B5EF4-FFF2-40B4-BE49-F238E27FC236}">
                <a16:creationId xmlns:a16="http://schemas.microsoft.com/office/drawing/2014/main" id="{7E3C0033-CE00-4F44-B4DA-32082D33C83C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14" name="Accenture_Digital" hidden="1">
            <a:extLst>
              <a:ext uri="{FF2B5EF4-FFF2-40B4-BE49-F238E27FC236}">
                <a16:creationId xmlns:a16="http://schemas.microsoft.com/office/drawing/2014/main" id="{D9D2CA43-44F5-4DDC-AF71-4F5FDFF1B30C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15" name="Accenture_Consulting" hidden="1">
            <a:extLst>
              <a:ext uri="{FF2B5EF4-FFF2-40B4-BE49-F238E27FC236}">
                <a16:creationId xmlns:a16="http://schemas.microsoft.com/office/drawing/2014/main" id="{3344A5AB-F329-4B8E-8006-34B6E40B0028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9" y="6244783"/>
            <a:ext cx="1942440" cy="33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2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</p:sldLayoutIdLst>
  <p:hf hdr="0" ft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98D3F2-5EC6-4985-85B5-4178882BC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50E54BBC-E15F-4274-9991-03B6F5BA4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7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</p:sldLayoutIdLst>
  <p:hf hd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314A7-305B-4E0B-96B7-5B0949118DB0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69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6212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0" r:id="rId47"/>
    <p:sldLayoutId id="2147483761" r:id="rId48"/>
    <p:sldLayoutId id="2147483762" r:id="rId49"/>
    <p:sldLayoutId id="2147483763" r:id="rId50"/>
    <p:sldLayoutId id="2147483764" r:id="rId51"/>
    <p:sldLayoutId id="2147483765" r:id="rId52"/>
    <p:sldLayoutId id="2147483766" r:id="rId53"/>
    <p:sldLayoutId id="2147483767" r:id="rId54"/>
    <p:sldLayoutId id="2147483768" r:id="rId55"/>
    <p:sldLayoutId id="2147483769" r:id="rId56"/>
    <p:sldLayoutId id="2147483770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2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F81C1D7-25E7-2AEA-5B9C-B4934B416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35BF95-9260-FF3E-8BA1-F61D8AD0F5C6}"/>
              </a:ext>
            </a:extLst>
          </p:cNvPr>
          <p:cNvSpPr txBox="1"/>
          <p:nvPr/>
        </p:nvSpPr>
        <p:spPr>
          <a:xfrm>
            <a:off x="2989992" y="5411118"/>
            <a:ext cx="6212017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503030202060203" pitchFamily="34" charset="77"/>
                <a:ea typeface="+mn-ea"/>
                <a:cs typeface="+mn-cs"/>
              </a:rPr>
              <a:t>AI reinvention made real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D2B6F5-4632-A6A7-D235-C4D1E256BD27}"/>
              </a:ext>
            </a:extLst>
          </p:cNvPr>
          <p:cNvSpPr/>
          <p:nvPr/>
        </p:nvSpPr>
        <p:spPr>
          <a:xfrm>
            <a:off x="3858744" y="5990476"/>
            <a:ext cx="4474512" cy="352647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Regular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8F6C9-FCFE-86D4-8670-F533A4CE4650}"/>
              </a:ext>
            </a:extLst>
          </p:cNvPr>
          <p:cNvSpPr txBox="1"/>
          <p:nvPr/>
        </p:nvSpPr>
        <p:spPr>
          <a:xfrm>
            <a:off x="3858744" y="5972549"/>
            <a:ext cx="447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Accenture Innovation Challenge 2026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0F1EFF8-B673-136C-4910-73D1BC907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3" y="667062"/>
            <a:ext cx="1251231" cy="33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6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6A2A5F-288B-3542-806F-FB615634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65" y="439051"/>
            <a:ext cx="11430000" cy="1222515"/>
          </a:xfrm>
        </p:spPr>
        <p:txBody>
          <a:bodyPr>
            <a:normAutofit/>
          </a:bodyPr>
          <a:lstStyle/>
          <a:p>
            <a:r>
              <a:rPr lang="en-US" dirty="0"/>
              <a:t>Instructions</a:t>
            </a:r>
            <a:b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US" sz="2400" i="1" dirty="0">
                <a:solidFill>
                  <a:schemeClr val="accent1"/>
                </a:solidFill>
              </a:rPr>
              <a:t>Reference slide– Remove before submission</a:t>
            </a:r>
            <a:endParaRPr lang="en-US" i="1" dirty="0">
              <a:solidFill>
                <a:schemeClr val="accent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494971-71B0-4CA2-89A9-F9EC76D089DD}"/>
              </a:ext>
            </a:extLst>
          </p:cNvPr>
          <p:cNvSpPr/>
          <p:nvPr/>
        </p:nvSpPr>
        <p:spPr>
          <a:xfrm>
            <a:off x="370951" y="1608547"/>
            <a:ext cx="10712987" cy="584137"/>
          </a:xfrm>
          <a:prstGeom prst="roundRect">
            <a:avLst>
              <a:gd name="adj" fmla="val 60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Use the given template for your idea submission.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FEC1751-A58D-4A0D-88DD-075C6AE827BF}"/>
              </a:ext>
            </a:extLst>
          </p:cNvPr>
          <p:cNvSpPr/>
          <p:nvPr/>
        </p:nvSpPr>
        <p:spPr>
          <a:xfrm>
            <a:off x="370949" y="2329907"/>
            <a:ext cx="10712987" cy="633983"/>
          </a:xfrm>
          <a:prstGeom prst="roundRect">
            <a:avLst>
              <a:gd name="adj" fmla="val 60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Follow file naming format: Team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name_Idea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Name.pptx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DE17896-5D88-45F7-849C-AF7EC28E5B50}"/>
              </a:ext>
            </a:extLst>
          </p:cNvPr>
          <p:cNvSpPr/>
          <p:nvPr/>
        </p:nvSpPr>
        <p:spPr>
          <a:xfrm>
            <a:off x="370952" y="3097377"/>
            <a:ext cx="10712984" cy="584137"/>
          </a:xfrm>
          <a:prstGeom prst="roundRect">
            <a:avLst>
              <a:gd name="adj" fmla="val 60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Ensure the spell check is done before submitting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A117F32-B092-4525-A062-F5334ADDEC51}"/>
              </a:ext>
            </a:extLst>
          </p:cNvPr>
          <p:cNvSpPr/>
          <p:nvPr/>
        </p:nvSpPr>
        <p:spPr>
          <a:xfrm>
            <a:off x="370951" y="3841792"/>
            <a:ext cx="10712984" cy="584137"/>
          </a:xfrm>
          <a:prstGeom prst="roundRect">
            <a:avLst>
              <a:gd name="adj" fmla="val 60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4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Use standard Arial font, alignment and relevant images (as required)</a:t>
            </a:r>
          </a:p>
        </p:txBody>
      </p:sp>
    </p:spTree>
    <p:extLst>
      <p:ext uri="{BB962C8B-B14F-4D97-AF65-F5344CB8AC3E}">
        <p14:creationId xmlns:p14="http://schemas.microsoft.com/office/powerpoint/2010/main" val="280955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3E37827-E5D7-46FD-9143-ABFBF88A628E}"/>
              </a:ext>
            </a:extLst>
          </p:cNvPr>
          <p:cNvSpPr/>
          <p:nvPr/>
        </p:nvSpPr>
        <p:spPr>
          <a:xfrm>
            <a:off x="7385349" y="2505161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1E876B-A706-450C-8C34-951E6FA6C00F}"/>
              </a:ext>
            </a:extLst>
          </p:cNvPr>
          <p:cNvSpPr/>
          <p:nvPr/>
        </p:nvSpPr>
        <p:spPr>
          <a:xfrm>
            <a:off x="852718" y="2506579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0A31654-439B-4571-B7B1-2E29E58E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525056"/>
            <a:ext cx="11430000" cy="726439"/>
          </a:xfrm>
        </p:spPr>
        <p:txBody>
          <a:bodyPr/>
          <a:lstStyle/>
          <a:p>
            <a:r>
              <a:rPr lang="en-US" dirty="0"/>
              <a:t>Team details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58B87F-AD17-4B30-9FAA-C5C07FCFFE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3" name="Picture Placeholder 75">
            <a:extLst>
              <a:ext uri="{FF2B5EF4-FFF2-40B4-BE49-F238E27FC236}">
                <a16:creationId xmlns:a16="http://schemas.microsoft.com/office/drawing/2014/main" id="{8DF0ED10-FA32-47BA-8D4F-7620C7B46FA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991" y="2405772"/>
            <a:ext cx="1434219" cy="1471323"/>
          </a:xfrm>
          <a:prstGeom prst="rect">
            <a:avLst/>
          </a:prstGeom>
        </p:spPr>
      </p:pic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1D437424-4E2F-45EB-945E-4A07F8154854}"/>
              </a:ext>
            </a:extLst>
          </p:cNvPr>
          <p:cNvSpPr txBox="1">
            <a:spLocks/>
          </p:cNvSpPr>
          <p:nvPr/>
        </p:nvSpPr>
        <p:spPr>
          <a:xfrm>
            <a:off x="2637616" y="2098914"/>
            <a:ext cx="3177007" cy="81116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Diya Limbani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6E72D5-38A8-4FA5-9EBD-60021A357B2A}"/>
              </a:ext>
            </a:extLst>
          </p:cNvPr>
          <p:cNvSpPr/>
          <p:nvPr/>
        </p:nvSpPr>
        <p:spPr>
          <a:xfrm>
            <a:off x="852718" y="4463806"/>
            <a:ext cx="1481237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Photo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3A2336-9DAB-4FE3-86E5-A5694B473965}"/>
              </a:ext>
            </a:extLst>
          </p:cNvPr>
          <p:cNvCxnSpPr>
            <a:cxnSpLocks/>
          </p:cNvCxnSpPr>
          <p:nvPr/>
        </p:nvCxnSpPr>
        <p:spPr>
          <a:xfrm>
            <a:off x="6096000" y="1521230"/>
            <a:ext cx="0" cy="4523725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2BAEA9-C010-474F-8C80-BD3D504C25C1}"/>
              </a:ext>
            </a:extLst>
          </p:cNvPr>
          <p:cNvCxnSpPr/>
          <p:nvPr/>
        </p:nvCxnSpPr>
        <p:spPr>
          <a:xfrm>
            <a:off x="2623232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27">
            <a:extLst>
              <a:ext uri="{FF2B5EF4-FFF2-40B4-BE49-F238E27FC236}">
                <a16:creationId xmlns:a16="http://schemas.microsoft.com/office/drawing/2014/main" id="{83134DD2-B1F2-44EA-BCAB-CB7F6D0B5057}"/>
              </a:ext>
            </a:extLst>
          </p:cNvPr>
          <p:cNvSpPr txBox="1">
            <a:spLocks/>
          </p:cNvSpPr>
          <p:nvPr/>
        </p:nvSpPr>
        <p:spPr>
          <a:xfrm>
            <a:off x="2751413" y="4203349"/>
            <a:ext cx="2648887" cy="811161"/>
          </a:xfrm>
          <a:prstGeom prst="rect">
            <a:avLst/>
          </a:prstGeom>
        </p:spPr>
        <p:txBody>
          <a:bodyPr vert="horz" lIns="0" tIns="0" rIns="0" bIns="0" rtlCol="0" anchor="b">
            <a:normAutofit fontScale="925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latin typeface="Graphik"/>
              </a:rPr>
              <a:t>Deepanshi Jain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57CC230-E21C-4184-9D11-81950CC08A89}"/>
              </a:ext>
            </a:extLst>
          </p:cNvPr>
          <p:cNvCxnSpPr/>
          <p:nvPr/>
        </p:nvCxnSpPr>
        <p:spPr>
          <a:xfrm>
            <a:off x="2751413" y="5101825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Placeholder 75">
            <a:extLst>
              <a:ext uri="{FF2B5EF4-FFF2-40B4-BE49-F238E27FC236}">
                <a16:creationId xmlns:a16="http://schemas.microsoft.com/office/drawing/2014/main" id="{5E355391-27FE-4824-9548-B5688C3FCC2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4018" y="2405772"/>
            <a:ext cx="1434219" cy="1471323"/>
          </a:xfrm>
          <a:prstGeom prst="rect">
            <a:avLst/>
          </a:prstGeom>
        </p:spPr>
      </p:pic>
      <p:sp>
        <p:nvSpPr>
          <p:cNvPr id="67" name="Text Placeholder 27">
            <a:extLst>
              <a:ext uri="{FF2B5EF4-FFF2-40B4-BE49-F238E27FC236}">
                <a16:creationId xmlns:a16="http://schemas.microsoft.com/office/drawing/2014/main" id="{AB89B70E-DDF2-41D3-9411-6AA78204B1DA}"/>
              </a:ext>
            </a:extLst>
          </p:cNvPr>
          <p:cNvSpPr txBox="1">
            <a:spLocks/>
          </p:cNvSpPr>
          <p:nvPr/>
        </p:nvSpPr>
        <p:spPr>
          <a:xfrm>
            <a:off x="9165643" y="2098914"/>
            <a:ext cx="2564443" cy="811161"/>
          </a:xfrm>
          <a:prstGeom prst="rect">
            <a:avLst/>
          </a:prstGeom>
        </p:spPr>
        <p:txBody>
          <a:bodyPr vert="horz" lIns="0" tIns="0" rIns="0" bIns="0" rtlCol="0" anchor="b">
            <a:normAutofit fontScale="925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latin typeface="Graphik"/>
              </a:rPr>
              <a:t>Anika Sharma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88F804-0525-4F8E-A5CE-A9E521C1E260}"/>
              </a:ext>
            </a:extLst>
          </p:cNvPr>
          <p:cNvCxnSpPr/>
          <p:nvPr/>
        </p:nvCxnSpPr>
        <p:spPr>
          <a:xfrm>
            <a:off x="9151259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id="{A29DB088-2EF4-4C53-A6E2-75C9C7F34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405704"/>
              </p:ext>
            </p:extLst>
          </p:nvPr>
        </p:nvGraphicFramePr>
        <p:xfrm>
          <a:off x="461913" y="1173024"/>
          <a:ext cx="11617737" cy="37845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82355">
                  <a:extLst>
                    <a:ext uri="{9D8B030D-6E8A-4147-A177-3AD203B41FA5}">
                      <a16:colId xmlns:a16="http://schemas.microsoft.com/office/drawing/2014/main" val="129918070"/>
                    </a:ext>
                  </a:extLst>
                </a:gridCol>
                <a:gridCol w="7235382">
                  <a:extLst>
                    <a:ext uri="{9D8B030D-6E8A-4147-A177-3AD203B41FA5}">
                      <a16:colId xmlns:a16="http://schemas.microsoft.com/office/drawing/2014/main" val="1188269312"/>
                    </a:ext>
                  </a:extLst>
                </a:gridCol>
              </a:tblGrid>
              <a:tr h="37845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A100FF"/>
                          </a:solidFill>
                        </a:rPr>
                        <a:t>TEAM NAME:  Blackbox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1245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2218D32-4F17-4A5E-9BE4-29837BF54E70}"/>
              </a:ext>
            </a:extLst>
          </p:cNvPr>
          <p:cNvSpPr txBox="1"/>
          <p:nvPr/>
        </p:nvSpPr>
        <p:spPr>
          <a:xfrm>
            <a:off x="2623232" y="3141433"/>
            <a:ext cx="2762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 Indian Institute of Technology, Jodhpur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 Computer Science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 2028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9131AF-0078-459E-83A3-73A8BC9A11B8}"/>
              </a:ext>
            </a:extLst>
          </p:cNvPr>
          <p:cNvSpPr txBox="1"/>
          <p:nvPr/>
        </p:nvSpPr>
        <p:spPr>
          <a:xfrm>
            <a:off x="2637616" y="5236045"/>
            <a:ext cx="2762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College: Indian Institute of Technology, Jodhpur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Stream: Mechanical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Year of graduation: 2028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F310E-EC91-4906-9FCC-95C833C3D011}"/>
              </a:ext>
            </a:extLst>
          </p:cNvPr>
          <p:cNvSpPr txBox="1"/>
          <p:nvPr/>
        </p:nvSpPr>
        <p:spPr>
          <a:xfrm>
            <a:off x="9122721" y="3141433"/>
            <a:ext cx="2762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College: Indian Institute of Technology, Jodhpur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Stream: Artificial Intelligence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Year of graduation: 2028</a:t>
            </a:r>
          </a:p>
        </p:txBody>
      </p:sp>
      <p:pic>
        <p:nvPicPr>
          <p:cNvPr id="2" name="Picture Placeholder 75">
            <a:extLst>
              <a:ext uri="{FF2B5EF4-FFF2-40B4-BE49-F238E27FC236}">
                <a16:creationId xmlns:a16="http://schemas.microsoft.com/office/drawing/2014/main" id="{5EAA4F6C-4EAD-B06C-205E-12296866797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35" y="4361533"/>
            <a:ext cx="1434219" cy="147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71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61458" y="386331"/>
            <a:ext cx="11282796" cy="470919"/>
          </a:xfrm>
          <a:solidFill>
            <a:srgbClr val="A100FF"/>
          </a:solidFill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Describe the problem statement (200 words)</a:t>
            </a:r>
            <a:endParaRPr lang="en-IN" sz="2000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716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40961" y="342685"/>
            <a:ext cx="11282796" cy="423125"/>
          </a:xfrm>
          <a:solidFill>
            <a:srgbClr val="A100F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Proposed solution (200 words)</a:t>
            </a:r>
          </a:p>
        </p:txBody>
      </p:sp>
    </p:spTree>
    <p:extLst>
      <p:ext uri="{BB962C8B-B14F-4D97-AF65-F5344CB8AC3E}">
        <p14:creationId xmlns:p14="http://schemas.microsoft.com/office/powerpoint/2010/main" val="2205980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00020" y="296965"/>
            <a:ext cx="11591959" cy="480276"/>
          </a:xfrm>
          <a:solidFill>
            <a:srgbClr val="A100FF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Video</a:t>
            </a:r>
            <a:endParaRPr lang="en-IN" sz="2000" b="1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603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6DCA-E252-45B6-8790-F0CA74EA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5190523" cy="984885"/>
          </a:xfrm>
        </p:spPr>
        <p:txBody>
          <a:bodyPr/>
          <a:lstStyle/>
          <a:p>
            <a:r>
              <a:rPr lang="en-US"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8393161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Custom 20">
      <a:dk1>
        <a:srgbClr val="000000"/>
      </a:dk1>
      <a:lt1>
        <a:srgbClr val="FFFFFF"/>
      </a:lt1>
      <a:dk2>
        <a:srgbClr val="450073"/>
      </a:dk2>
      <a:lt2>
        <a:srgbClr val="A000FF"/>
      </a:lt2>
      <a:accent1>
        <a:srgbClr val="7400C0"/>
      </a:accent1>
      <a:accent2>
        <a:srgbClr val="C1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000FF"/>
      </a:hlink>
      <a:folHlink>
        <a:srgbClr val="74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PPT-Graphik_v19_AccessibilityFixes.pptx" id="{6C590743-EE6F-704D-9B30-76795EFC297C}" vid="{E566E052-0B33-5E4D-99EA-EFC16BC751F1}"/>
    </a:ext>
  </a:extLst>
</a:theme>
</file>

<file path=ppt/theme/theme2.xml><?xml version="1.0" encoding="utf-8"?>
<a:theme xmlns:a="http://schemas.openxmlformats.org/drawingml/2006/main" name="1_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3.xml><?xml version="1.0" encoding="utf-8"?>
<a:theme xmlns:a="http://schemas.openxmlformats.org/drawingml/2006/main" name="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4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5.xml><?xml version="1.0" encoding="utf-8"?>
<a:theme xmlns:a="http://schemas.openxmlformats.org/drawingml/2006/main" name="1_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Graphik_v22_Accessibility" id="{B24F0E14-DE31-5248-A702-F861AB2F5F31}" vid="{E2D4869B-0EAF-0144-9FC0-81C17233BA3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140</Words>
  <Application>Microsoft Office PowerPoint</Application>
  <PresentationFormat>Widescreen</PresentationFormat>
  <Paragraphs>28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Graphik</vt:lpstr>
      <vt:lpstr>Graphik Black</vt:lpstr>
      <vt:lpstr>Graphik Extralight</vt:lpstr>
      <vt:lpstr>Graphik Medium</vt:lpstr>
      <vt:lpstr>Graphik Regular</vt:lpstr>
      <vt:lpstr>Graphik Semibold</vt:lpstr>
      <vt:lpstr>Graphik-Semibold</vt:lpstr>
      <vt:lpstr>GT Sectra Fine Rg</vt:lpstr>
      <vt:lpstr>System Font</vt:lpstr>
      <vt:lpstr>Accenture 2025</vt:lpstr>
      <vt:lpstr>1_Titles</vt:lpstr>
      <vt:lpstr>Titles</vt:lpstr>
      <vt:lpstr>1_Office Theme</vt:lpstr>
      <vt:lpstr>1_Accenture 2025</vt:lpstr>
      <vt:lpstr>PowerPoint Presentation</vt:lpstr>
      <vt:lpstr>Instructions Reference slide– Remove before submission</vt:lpstr>
      <vt:lpstr>Team details</vt:lpstr>
      <vt:lpstr>Describe the problem statement (200 words)</vt:lpstr>
      <vt:lpstr>Proposed solution (200 words)</vt:lpstr>
      <vt:lpstr>Video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Tolentino, Ma. Antonette</dc:creator>
  <cp:lastModifiedBy>Deepanshi Jain</cp:lastModifiedBy>
  <cp:revision>4</cp:revision>
  <dcterms:created xsi:type="dcterms:W3CDTF">2026-07-24T04:09:52Z</dcterms:created>
  <dcterms:modified xsi:type="dcterms:W3CDTF">2026-08-15T13:34:45Z</dcterms:modified>
</cp:coreProperties>
</file>